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6F2"/>
    <a:srgbClr val="CD346B"/>
    <a:srgbClr val="CE346B"/>
    <a:srgbClr val="4F1E5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670781-4947-5F8D-6923-660755E26238}" v="496" dt="2025-06-05T10:03:13.877"/>
    <p1510:client id="{F4C5BA15-00E7-5C9D-D61E-0EF1F4384BC1}" v="2" dt="2025-06-04T10:52:18.1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jandra Ramón" userId="S::aramon@alumbraenerga.onmicrosoft.com::c4ce0f03-85ff-4d67-b098-c1a66e8665a4" providerId="AD" clId="Web-{F4C5BA15-00E7-5C9D-D61E-0EF1F4384BC1}"/>
    <pc:docChg chg="modSld">
      <pc:chgData name="Alejandra Ramón" userId="S::aramon@alumbraenerga.onmicrosoft.com::c4ce0f03-85ff-4d67-b098-c1a66e8665a4" providerId="AD" clId="Web-{F4C5BA15-00E7-5C9D-D61E-0EF1F4384BC1}" dt="2025-06-04T10:52:18.189" v="1"/>
      <pc:docMkLst>
        <pc:docMk/>
      </pc:docMkLst>
      <pc:sldChg chg="delSp">
        <pc:chgData name="Alejandra Ramón" userId="S::aramon@alumbraenerga.onmicrosoft.com::c4ce0f03-85ff-4d67-b098-c1a66e8665a4" providerId="AD" clId="Web-{F4C5BA15-00E7-5C9D-D61E-0EF1F4384BC1}" dt="2025-06-04T10:52:18.189" v="1"/>
        <pc:sldMkLst>
          <pc:docMk/>
          <pc:sldMk cId="2406273178" sldId="256"/>
        </pc:sldMkLst>
        <pc:spChg chg="del">
          <ac:chgData name="Alejandra Ramón" userId="S::aramon@alumbraenerga.onmicrosoft.com::c4ce0f03-85ff-4d67-b098-c1a66e8665a4" providerId="AD" clId="Web-{F4C5BA15-00E7-5C9D-D61E-0EF1F4384BC1}" dt="2025-06-04T10:52:18.189" v="1"/>
          <ac:spMkLst>
            <pc:docMk/>
            <pc:sldMk cId="2406273178" sldId="256"/>
            <ac:spMk id="2" creationId="{00000000-0000-0000-0000-000000000000}"/>
          </ac:spMkLst>
        </pc:spChg>
        <pc:spChg chg="del">
          <ac:chgData name="Alejandra Ramón" userId="S::aramon@alumbraenerga.onmicrosoft.com::c4ce0f03-85ff-4d67-b098-c1a66e8665a4" providerId="AD" clId="Web-{F4C5BA15-00E7-5C9D-D61E-0EF1F4384BC1}" dt="2025-06-04T10:52:18.189" v="0"/>
          <ac:spMkLst>
            <pc:docMk/>
            <pc:sldMk cId="2406273178" sldId="256"/>
            <ac:spMk id="3" creationId="{00000000-0000-0000-0000-000000000000}"/>
          </ac:spMkLst>
        </pc:spChg>
      </pc:sldChg>
    </pc:docChg>
  </pc:docChgLst>
  <pc:docChgLst>
    <pc:chgData name="Alejandra Ramón" userId="S::aramon@alumbraenerga.onmicrosoft.com::c4ce0f03-85ff-4d67-b098-c1a66e8665a4" providerId="AD" clId="Web-{6A670781-4947-5F8D-6923-660755E26238}"/>
    <pc:docChg chg="addSld modSld sldOrd">
      <pc:chgData name="Alejandra Ramón" userId="S::aramon@alumbraenerga.onmicrosoft.com::c4ce0f03-85ff-4d67-b098-c1a66e8665a4" providerId="AD" clId="Web-{6A670781-4947-5F8D-6923-660755E26238}" dt="2025-06-05T10:03:13.174" v="298" actId="14100"/>
      <pc:docMkLst>
        <pc:docMk/>
      </pc:docMkLst>
      <pc:sldChg chg="addSp modSp addAnim delAnim">
        <pc:chgData name="Alejandra Ramón" userId="S::aramon@alumbraenerga.onmicrosoft.com::c4ce0f03-85ff-4d67-b098-c1a66e8665a4" providerId="AD" clId="Web-{6A670781-4947-5F8D-6923-660755E26238}" dt="2025-06-05T09:47:01.086" v="109" actId="1076"/>
        <pc:sldMkLst>
          <pc:docMk/>
          <pc:sldMk cId="2406273178" sldId="256"/>
        </pc:sldMkLst>
        <pc:spChg chg="add mod">
          <ac:chgData name="Alejandra Ramón" userId="S::aramon@alumbraenerga.onmicrosoft.com::c4ce0f03-85ff-4d67-b098-c1a66e8665a4" providerId="AD" clId="Web-{6A670781-4947-5F8D-6923-660755E26238}" dt="2025-06-05T09:47:01.086" v="109" actId="1076"/>
          <ac:spMkLst>
            <pc:docMk/>
            <pc:sldMk cId="2406273178" sldId="256"/>
            <ac:spMk id="4" creationId="{13FA84A4-7B4F-97E9-A571-88D6E880D629}"/>
          </ac:spMkLst>
        </pc:spChg>
        <pc:spChg chg="add mod">
          <ac:chgData name="Alejandra Ramón" userId="S::aramon@alumbraenerga.onmicrosoft.com::c4ce0f03-85ff-4d67-b098-c1a66e8665a4" providerId="AD" clId="Web-{6A670781-4947-5F8D-6923-660755E26238}" dt="2025-06-05T09:43:49.159" v="82" actId="1076"/>
          <ac:spMkLst>
            <pc:docMk/>
            <pc:sldMk cId="2406273178" sldId="256"/>
            <ac:spMk id="5" creationId="{10D4E176-A15F-210B-5FC6-27D2F2CA6E0F}"/>
          </ac:spMkLst>
        </pc:spChg>
        <pc:picChg chg="add mod">
          <ac:chgData name="Alejandra Ramón" userId="S::aramon@alumbraenerga.onmicrosoft.com::c4ce0f03-85ff-4d67-b098-c1a66e8665a4" providerId="AD" clId="Web-{6A670781-4947-5F8D-6923-660755E26238}" dt="2025-06-05T09:31:16.686" v="4" actId="14100"/>
          <ac:picMkLst>
            <pc:docMk/>
            <pc:sldMk cId="2406273178" sldId="256"/>
            <ac:picMk id="2" creationId="{0114C2AA-2154-96B3-5DAC-BE0680FD2277}"/>
          </ac:picMkLst>
        </pc:picChg>
        <pc:picChg chg="add mod">
          <ac:chgData name="Alejandra Ramón" userId="S::aramon@alumbraenerga.onmicrosoft.com::c4ce0f03-85ff-4d67-b098-c1a66e8665a4" providerId="AD" clId="Web-{6A670781-4947-5F8D-6923-660755E26238}" dt="2025-06-05T09:33:16.955" v="11" actId="1076"/>
          <ac:picMkLst>
            <pc:docMk/>
            <pc:sldMk cId="2406273178" sldId="256"/>
            <ac:picMk id="3" creationId="{70962708-4B2A-14C9-5870-D81FEDB6E16C}"/>
          </ac:picMkLst>
        </pc:picChg>
      </pc:sldChg>
      <pc:sldChg chg="addSp delSp modSp add replId">
        <pc:chgData name="Alejandra Ramón" userId="S::aramon@alumbraenerga.onmicrosoft.com::c4ce0f03-85ff-4d67-b098-c1a66e8665a4" providerId="AD" clId="Web-{6A670781-4947-5F8D-6923-660755E26238}" dt="2025-06-05T10:03:13.174" v="298" actId="14100"/>
        <pc:sldMkLst>
          <pc:docMk/>
          <pc:sldMk cId="1484153930" sldId="257"/>
        </pc:sldMkLst>
        <pc:spChg chg="del mod">
          <ac:chgData name="Alejandra Ramón" userId="S::aramon@alumbraenerga.onmicrosoft.com::c4ce0f03-85ff-4d67-b098-c1a66e8665a4" providerId="AD" clId="Web-{6A670781-4947-5F8D-6923-660755E26238}" dt="2025-06-05T10:01:10.202" v="280"/>
          <ac:spMkLst>
            <pc:docMk/>
            <pc:sldMk cId="1484153930" sldId="257"/>
            <ac:spMk id="4" creationId="{DC4BAAA2-BD2F-ED73-2100-412DAE071887}"/>
          </ac:spMkLst>
        </pc:spChg>
        <pc:spChg chg="mod">
          <ac:chgData name="Alejandra Ramón" userId="S::aramon@alumbraenerga.onmicrosoft.com::c4ce0f03-85ff-4d67-b098-c1a66e8665a4" providerId="AD" clId="Web-{6A670781-4947-5F8D-6923-660755E26238}" dt="2025-06-05T09:57:39.900" v="219" actId="20577"/>
          <ac:spMkLst>
            <pc:docMk/>
            <pc:sldMk cId="1484153930" sldId="257"/>
            <ac:spMk id="5" creationId="{6C84E6A8-85BF-C992-1FA1-EC96541347A1}"/>
          </ac:spMkLst>
        </pc:spChg>
        <pc:spChg chg="add mod">
          <ac:chgData name="Alejandra Ramón" userId="S::aramon@alumbraenerga.onmicrosoft.com::c4ce0f03-85ff-4d67-b098-c1a66e8665a4" providerId="AD" clId="Web-{6A670781-4947-5F8D-6923-660755E26238}" dt="2025-06-05T10:01:50.047" v="287" actId="20577"/>
          <ac:spMkLst>
            <pc:docMk/>
            <pc:sldMk cId="1484153930" sldId="257"/>
            <ac:spMk id="8" creationId="{FCABD4BF-69D8-259A-902E-7FFF703D1D41}"/>
          </ac:spMkLst>
        </pc:spChg>
        <pc:spChg chg="add del">
          <ac:chgData name="Alejandra Ramón" userId="S::aramon@alumbraenerga.onmicrosoft.com::c4ce0f03-85ff-4d67-b098-c1a66e8665a4" providerId="AD" clId="Web-{6A670781-4947-5F8D-6923-660755E26238}" dt="2025-06-05T09:47:08.915" v="110"/>
          <ac:spMkLst>
            <pc:docMk/>
            <pc:sldMk cId="1484153930" sldId="257"/>
            <ac:spMk id="10" creationId="{F5B35D45-FAD6-F874-7672-B60BAA2F922D}"/>
          </ac:spMkLst>
        </pc:spChg>
        <pc:spChg chg="add del mod">
          <ac:chgData name="Alejandra Ramón" userId="S::aramon@alumbraenerga.onmicrosoft.com::c4ce0f03-85ff-4d67-b098-c1a66e8665a4" providerId="AD" clId="Web-{6A670781-4947-5F8D-6923-660755E26238}" dt="2025-06-05T10:01:32.593" v="283"/>
          <ac:spMkLst>
            <pc:docMk/>
            <pc:sldMk cId="1484153930" sldId="257"/>
            <ac:spMk id="11" creationId="{A8A78146-3E3E-8E78-4838-D8F189CE4C64}"/>
          </ac:spMkLst>
        </pc:spChg>
        <pc:spChg chg="add mod">
          <ac:chgData name="Alejandra Ramón" userId="S::aramon@alumbraenerga.onmicrosoft.com::c4ce0f03-85ff-4d67-b098-c1a66e8665a4" providerId="AD" clId="Web-{6A670781-4947-5F8D-6923-660755E26238}" dt="2025-06-05T10:03:13.174" v="298" actId="14100"/>
          <ac:spMkLst>
            <pc:docMk/>
            <pc:sldMk cId="1484153930" sldId="257"/>
            <ac:spMk id="12" creationId="{6FE29143-0D8D-AB97-BEA8-C161B419603D}"/>
          </ac:spMkLst>
        </pc:spChg>
        <pc:spChg chg="add mod">
          <ac:chgData name="Alejandra Ramón" userId="S::aramon@alumbraenerga.onmicrosoft.com::c4ce0f03-85ff-4d67-b098-c1a66e8665a4" providerId="AD" clId="Web-{6A670781-4947-5F8D-6923-660755E26238}" dt="2025-06-05T10:01:26.406" v="282" actId="20577"/>
          <ac:spMkLst>
            <pc:docMk/>
            <pc:sldMk cId="1484153930" sldId="257"/>
            <ac:spMk id="14" creationId="{0F18C97A-4A3C-9E89-CF84-D24D7ECEA65A}"/>
          </ac:spMkLst>
        </pc:spChg>
        <pc:spChg chg="add mod">
          <ac:chgData name="Alejandra Ramón" userId="S::aramon@alumbraenerga.onmicrosoft.com::c4ce0f03-85ff-4d67-b098-c1a66e8665a4" providerId="AD" clId="Web-{6A670781-4947-5F8D-6923-660755E26238}" dt="2025-06-05T10:01:51.235" v="289" actId="20577"/>
          <ac:spMkLst>
            <pc:docMk/>
            <pc:sldMk cId="1484153930" sldId="257"/>
            <ac:spMk id="15" creationId="{F0C65D14-868E-E131-180E-26917964DE8E}"/>
          </ac:spMkLst>
        </pc:spChg>
        <pc:spChg chg="add mod ord">
          <ac:chgData name="Alejandra Ramón" userId="S::aramon@alumbraenerga.onmicrosoft.com::c4ce0f03-85ff-4d67-b098-c1a66e8665a4" providerId="AD" clId="Web-{6A670781-4947-5F8D-6923-660755E26238}" dt="2025-06-05T10:02:43.752" v="296"/>
          <ac:spMkLst>
            <pc:docMk/>
            <pc:sldMk cId="1484153930" sldId="257"/>
            <ac:spMk id="17" creationId="{729DE82F-F3B6-B5AA-30AA-BFBDE2F85586}"/>
          </ac:spMkLst>
        </pc:spChg>
        <pc:picChg chg="del">
          <ac:chgData name="Alejandra Ramón" userId="S::aramon@alumbraenerga.onmicrosoft.com::c4ce0f03-85ff-4d67-b098-c1a66e8665a4" providerId="AD" clId="Web-{6A670781-4947-5F8D-6923-660755E26238}" dt="2025-06-05T09:44:27.582" v="86"/>
          <ac:picMkLst>
            <pc:docMk/>
            <pc:sldMk cId="1484153930" sldId="257"/>
            <ac:picMk id="2" creationId="{0759C7C8-CE88-3ED0-713D-7328687070BC}"/>
          </ac:picMkLst>
        </pc:picChg>
        <pc:picChg chg="del">
          <ac:chgData name="Alejandra Ramón" userId="S::aramon@alumbraenerga.onmicrosoft.com::c4ce0f03-85ff-4d67-b098-c1a66e8665a4" providerId="AD" clId="Web-{6A670781-4947-5F8D-6923-660755E26238}" dt="2025-06-05T09:46:06.694" v="104"/>
          <ac:picMkLst>
            <pc:docMk/>
            <pc:sldMk cId="1484153930" sldId="257"/>
            <ac:picMk id="3" creationId="{B2AFC417-1545-06CE-ADDF-9663D4D2A4C6}"/>
          </ac:picMkLst>
        </pc:picChg>
        <pc:picChg chg="add mod">
          <ac:chgData name="Alejandra Ramón" userId="S::aramon@alumbraenerga.onmicrosoft.com::c4ce0f03-85ff-4d67-b098-c1a66e8665a4" providerId="AD" clId="Web-{6A670781-4947-5F8D-6923-660755E26238}" dt="2025-06-05T09:49:50.606" v="152" actId="1076"/>
          <ac:picMkLst>
            <pc:docMk/>
            <pc:sldMk cId="1484153930" sldId="257"/>
            <ac:picMk id="6" creationId="{7750BB59-3EAD-4B60-7BD0-0F12B62BE98E}"/>
          </ac:picMkLst>
        </pc:picChg>
      </pc:sldChg>
      <pc:sldChg chg="addSp delSp modSp add ord replId">
        <pc:chgData name="Alejandra Ramón" userId="S::aramon@alumbraenerga.onmicrosoft.com::c4ce0f03-85ff-4d67-b098-c1a66e8665a4" providerId="AD" clId="Web-{6A670781-4947-5F8D-6923-660755E26238}" dt="2025-06-05T10:00:59.468" v="279" actId="1076"/>
        <pc:sldMkLst>
          <pc:docMk/>
          <pc:sldMk cId="3210845306" sldId="258"/>
        </pc:sldMkLst>
        <pc:spChg chg="add mod">
          <ac:chgData name="Alejandra Ramón" userId="S::aramon@alumbraenerga.onmicrosoft.com::c4ce0f03-85ff-4d67-b098-c1a66e8665a4" providerId="AD" clId="Web-{6A670781-4947-5F8D-6923-660755E26238}" dt="2025-06-05T09:58:34.339" v="265" actId="20577"/>
          <ac:spMkLst>
            <pc:docMk/>
            <pc:sldMk cId="3210845306" sldId="258"/>
            <ac:spMk id="2" creationId="{DF473B79-2AB9-956E-3E6F-6A5E3D2895A8}"/>
          </ac:spMkLst>
        </pc:spChg>
        <pc:spChg chg="add mod">
          <ac:chgData name="Alejandra Ramón" userId="S::aramon@alumbraenerga.onmicrosoft.com::c4ce0f03-85ff-4d67-b098-c1a66e8665a4" providerId="AD" clId="Web-{6A670781-4947-5F8D-6923-660755E26238}" dt="2025-06-05T10:00:20.388" v="272"/>
          <ac:spMkLst>
            <pc:docMk/>
            <pc:sldMk cId="3210845306" sldId="258"/>
            <ac:spMk id="3" creationId="{89C6A201-347A-CCD0-B51F-3AA1DC34E88D}"/>
          </ac:spMkLst>
        </pc:spChg>
        <pc:spChg chg="mod ord">
          <ac:chgData name="Alejandra Ramón" userId="S::aramon@alumbraenerga.onmicrosoft.com::c4ce0f03-85ff-4d67-b098-c1a66e8665a4" providerId="AD" clId="Web-{6A670781-4947-5F8D-6923-660755E26238}" dt="2025-06-05T10:00:59.468" v="279" actId="1076"/>
          <ac:spMkLst>
            <pc:docMk/>
            <pc:sldMk cId="3210845306" sldId="258"/>
            <ac:spMk id="4" creationId="{13CEF1AB-734F-7614-5B8B-ABFD7722DC9C}"/>
          </ac:spMkLst>
        </pc:spChg>
        <pc:spChg chg="mod ord">
          <ac:chgData name="Alejandra Ramón" userId="S::aramon@alumbraenerga.onmicrosoft.com::c4ce0f03-85ff-4d67-b098-c1a66e8665a4" providerId="AD" clId="Web-{6A670781-4947-5F8D-6923-660755E26238}" dt="2025-06-05T10:00:29.076" v="273"/>
          <ac:spMkLst>
            <pc:docMk/>
            <pc:sldMk cId="3210845306" sldId="258"/>
            <ac:spMk id="5" creationId="{C618DD5D-3C6D-865D-74A3-C8F22351CFF8}"/>
          </ac:spMkLst>
        </pc:spChg>
        <pc:spChg chg="del">
          <ac:chgData name="Alejandra Ramón" userId="S::aramon@alumbraenerga.onmicrosoft.com::c4ce0f03-85ff-4d67-b098-c1a66e8665a4" providerId="AD" clId="Web-{6A670781-4947-5F8D-6923-660755E26238}" dt="2025-06-05T09:58:04.682" v="250"/>
          <ac:spMkLst>
            <pc:docMk/>
            <pc:sldMk cId="3210845306" sldId="258"/>
            <ac:spMk id="8" creationId="{C1850FE5-0B14-AD9D-5172-3E6960590EDC}"/>
          </ac:spMkLst>
        </pc:spChg>
        <pc:spChg chg="mod">
          <ac:chgData name="Alejandra Ramón" userId="S::aramon@alumbraenerga.onmicrosoft.com::c4ce0f03-85ff-4d67-b098-c1a66e8665a4" providerId="AD" clId="Web-{6A670781-4947-5F8D-6923-660755E26238}" dt="2025-06-05T09:58:12.448" v="255" actId="20577"/>
          <ac:spMkLst>
            <pc:docMk/>
            <pc:sldMk cId="3210845306" sldId="258"/>
            <ac:spMk id="12" creationId="{C66F437E-FD67-DC52-C9DC-0C8D1AB3DE17}"/>
          </ac:spMkLst>
        </pc:spChg>
        <pc:picChg chg="mod">
          <ac:chgData name="Alejandra Ramón" userId="S::aramon@alumbraenerga.onmicrosoft.com::c4ce0f03-85ff-4d67-b098-c1a66e8665a4" providerId="AD" clId="Web-{6A670781-4947-5F8D-6923-660755E26238}" dt="2025-06-05T10:00:49.796" v="277" actId="1076"/>
          <ac:picMkLst>
            <pc:docMk/>
            <pc:sldMk cId="3210845306" sldId="258"/>
            <ac:picMk id="6" creationId="{AE3927F3-592D-4B8A-A746-CF233FF8824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05/06/2025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05/06/2025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05/06/2025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05/06/2025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05/06/2025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05/06/2025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05/06/2025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05/06/2025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05/06/2025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05/06/2025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05/06/2025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05/06/2025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0114C2AA-2154-96B3-5DAC-BE0680FD2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8" y="0"/>
            <a:ext cx="12190542" cy="6858000"/>
          </a:xfrm>
          <a:prstGeom prst="rect">
            <a:avLst/>
          </a:prstGeom>
        </p:spPr>
      </p:pic>
      <p:pic>
        <p:nvPicPr>
          <p:cNvPr id="3" name="Imagen 2" descr="Logotipo&#10;&#10;El contenido generado por IA puede ser incorrecto.">
            <a:extLst>
              <a:ext uri="{FF2B5EF4-FFF2-40B4-BE49-F238E27FC236}">
                <a16:creationId xmlns:a16="http://schemas.microsoft.com/office/drawing/2014/main" id="{70962708-4B2A-14C9-5870-D81FEDB6E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814" y="5307657"/>
            <a:ext cx="4297326" cy="1186827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13FA84A4-7B4F-97E9-A571-88D6E880D629}"/>
              </a:ext>
            </a:extLst>
          </p:cNvPr>
          <p:cNvSpPr txBox="1"/>
          <p:nvPr/>
        </p:nvSpPr>
        <p:spPr>
          <a:xfrm>
            <a:off x="945931" y="1486420"/>
            <a:ext cx="605658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400" b="1" dirty="0">
                <a:solidFill>
                  <a:srgbClr val="CE346B"/>
                </a:solidFill>
                <a:latin typeface="Avenir Next LT Pro"/>
              </a:rPr>
              <a:t>TEXTO 1</a:t>
            </a:r>
            <a:endParaRPr lang="es-ES" sz="240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0D4E176-A15F-210B-5FC6-27D2F2CA6E0F}"/>
              </a:ext>
            </a:extLst>
          </p:cNvPr>
          <p:cNvSpPr txBox="1"/>
          <p:nvPr/>
        </p:nvSpPr>
        <p:spPr>
          <a:xfrm>
            <a:off x="945931" y="2425628"/>
            <a:ext cx="6056586" cy="20005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0" b="1" dirty="0">
                <a:solidFill>
                  <a:schemeClr val="bg1"/>
                </a:solidFill>
                <a:latin typeface="Avenir Next LT Pro"/>
              </a:rPr>
              <a:t>Título de la Presentación </a:t>
            </a:r>
          </a:p>
        </p:txBody>
      </p:sp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42A3D-AF64-28A2-1C7E-7927B6902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C618DD5D-3C6D-865D-74A3-C8F22351CFF8}"/>
              </a:ext>
            </a:extLst>
          </p:cNvPr>
          <p:cNvSpPr txBox="1"/>
          <p:nvPr/>
        </p:nvSpPr>
        <p:spPr>
          <a:xfrm>
            <a:off x="945931" y="1528319"/>
            <a:ext cx="6056586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800" b="1" dirty="0">
                <a:solidFill>
                  <a:srgbClr val="4F1E50"/>
                </a:solidFill>
                <a:latin typeface="Avenir Next LT Pro"/>
              </a:rPr>
              <a:t>Titular 1</a:t>
            </a:r>
            <a:endParaRPr lang="es-ES" sz="4800" dirty="0"/>
          </a:p>
        </p:txBody>
      </p:sp>
      <p:pic>
        <p:nvPicPr>
          <p:cNvPr id="6" name="Imagen 5" descr="Logotipo&#10;&#10;El contenido generado por IA puede ser incorrecto.">
            <a:extLst>
              <a:ext uri="{FF2B5EF4-FFF2-40B4-BE49-F238E27FC236}">
                <a16:creationId xmlns:a16="http://schemas.microsoft.com/office/drawing/2014/main" id="{AE3927F3-592D-4B8A-A746-CF233FF88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0169" y="5826366"/>
            <a:ext cx="3738786" cy="1030651"/>
          </a:xfrm>
          <a:prstGeom prst="rect">
            <a:avLst/>
          </a:prstGeom>
        </p:spPr>
      </p:pic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83D084B1-4ACF-752A-07BD-D2237DCB4F8C}"/>
              </a:ext>
            </a:extLst>
          </p:cNvPr>
          <p:cNvSpPr/>
          <p:nvPr/>
        </p:nvSpPr>
        <p:spPr>
          <a:xfrm>
            <a:off x="8043333" y="1337733"/>
            <a:ext cx="3420533" cy="4148666"/>
          </a:xfrm>
          <a:prstGeom prst="roundRect">
            <a:avLst/>
          </a:prstGeom>
          <a:solidFill>
            <a:srgbClr val="CE34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66F437E-FD67-DC52-C9DC-0C8D1AB3DE17}"/>
              </a:ext>
            </a:extLst>
          </p:cNvPr>
          <p:cNvSpPr txBox="1"/>
          <p:nvPr/>
        </p:nvSpPr>
        <p:spPr>
          <a:xfrm>
            <a:off x="945931" y="2595467"/>
            <a:ext cx="6056586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s-ES" sz="2400" dirty="0">
              <a:solidFill>
                <a:srgbClr val="4F1E50"/>
              </a:solidFill>
              <a:latin typeface="Avenir Next LT Pro"/>
            </a:endParaRPr>
          </a:p>
          <a:p>
            <a:r>
              <a:rPr lang="es-ES" sz="2400" dirty="0">
                <a:solidFill>
                  <a:srgbClr val="4F1E50"/>
                </a:solidFill>
                <a:latin typeface="Avenir Next LT Pro"/>
              </a:rPr>
              <a:t>Texto de introducción o descriptivo breve</a:t>
            </a:r>
            <a:endParaRPr lang="es-ES" dirty="0"/>
          </a:p>
          <a:p>
            <a:r>
              <a:rPr lang="es-ES" sz="2400" dirty="0">
                <a:solidFill>
                  <a:srgbClr val="4F1E50"/>
                </a:solidFill>
                <a:latin typeface="Avenir Next LT Pro"/>
              </a:rPr>
              <a:t>Texto de introducción o descriptivo breve</a:t>
            </a:r>
            <a:endParaRPr lang="es-ES" sz="2400">
              <a:solidFill>
                <a:srgbClr val="000000"/>
              </a:solidFill>
              <a:latin typeface="Avenir Next LT Pro"/>
            </a:endParaRPr>
          </a:p>
          <a:p>
            <a:r>
              <a:rPr lang="es-ES" sz="2400" dirty="0">
                <a:solidFill>
                  <a:srgbClr val="4F1E50"/>
                </a:solidFill>
                <a:latin typeface="Avenir Next LT Pro"/>
              </a:rPr>
              <a:t>Texto de introducción o descriptivo breve</a:t>
            </a:r>
            <a:endParaRPr lang="es-ES" sz="2400">
              <a:solidFill>
                <a:srgbClr val="000000"/>
              </a:solidFill>
              <a:latin typeface="Avenir Next LT Pro"/>
            </a:endParaRPr>
          </a:p>
          <a:p>
            <a:endParaRPr lang="es-ES" sz="2400" dirty="0">
              <a:solidFill>
                <a:srgbClr val="4F1E50"/>
              </a:solidFill>
              <a:latin typeface="Avenir Next LT Pro"/>
            </a:endParaRPr>
          </a:p>
          <a:p>
            <a:r>
              <a:rPr lang="es-ES" sz="2400" dirty="0">
                <a:solidFill>
                  <a:srgbClr val="4F1E50"/>
                </a:solidFill>
                <a:latin typeface="Avenir Next LT Pro"/>
              </a:rPr>
              <a:t>Texto de introducción o descriptivo breve</a:t>
            </a:r>
            <a:endParaRPr lang="es-ES" sz="2400" dirty="0">
              <a:solidFill>
                <a:srgbClr val="000000"/>
              </a:solidFill>
              <a:latin typeface="Avenir Next LT Pro"/>
            </a:endParaRPr>
          </a:p>
          <a:p>
            <a:r>
              <a:rPr lang="es-ES" sz="2400" dirty="0">
                <a:solidFill>
                  <a:srgbClr val="4F1E50"/>
                </a:solidFill>
                <a:latin typeface="Avenir Next LT Pro"/>
              </a:rPr>
              <a:t>Texto de introducción o descriptivo breve</a:t>
            </a:r>
            <a:endParaRPr lang="es-ES" sz="2400" dirty="0">
              <a:solidFill>
                <a:srgbClr val="000000"/>
              </a:solidFill>
              <a:latin typeface="Avenir Next LT Pro"/>
            </a:endParaRPr>
          </a:p>
          <a:p>
            <a:endParaRPr lang="es-ES" sz="2400" dirty="0">
              <a:solidFill>
                <a:srgbClr val="4F1E50"/>
              </a:solidFill>
              <a:latin typeface="Avenir Next LT Pro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F473B79-2AB9-956E-3E6F-6A5E3D2895A8}"/>
              </a:ext>
            </a:extLst>
          </p:cNvPr>
          <p:cNvSpPr txBox="1"/>
          <p:nvPr/>
        </p:nvSpPr>
        <p:spPr>
          <a:xfrm>
            <a:off x="8384849" y="4738643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dirty="0">
                <a:solidFill>
                  <a:schemeClr val="bg1"/>
                </a:solidFill>
                <a:latin typeface="Avenir Next LT Pro"/>
              </a:rPr>
              <a:t>Caja para foto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9C6A201-347A-CCD0-B51F-3AA1DC34E88D}"/>
              </a:ext>
            </a:extLst>
          </p:cNvPr>
          <p:cNvSpPr/>
          <p:nvPr/>
        </p:nvSpPr>
        <p:spPr>
          <a:xfrm>
            <a:off x="2691" y="-19624"/>
            <a:ext cx="12201811" cy="812642"/>
          </a:xfrm>
          <a:prstGeom prst="rect">
            <a:avLst/>
          </a:prstGeom>
          <a:solidFill>
            <a:srgbClr val="CD346B"/>
          </a:solidFill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3CEF1AB-734F-7614-5B8B-ABFD7722DC9C}"/>
              </a:ext>
            </a:extLst>
          </p:cNvPr>
          <p:cNvSpPr txBox="1"/>
          <p:nvPr/>
        </p:nvSpPr>
        <p:spPr>
          <a:xfrm>
            <a:off x="945931" y="330832"/>
            <a:ext cx="605658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1400" b="1" dirty="0">
                <a:solidFill>
                  <a:schemeClr val="bg1"/>
                </a:solidFill>
                <a:latin typeface="Avenir Next LT Pro"/>
              </a:rPr>
              <a:t>TÍTULO DE LA PRESENTACIÓN</a:t>
            </a:r>
            <a:endParaRPr lang="es-E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0845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749BD-128F-B56E-3985-2B2AAF4A6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729DE82F-F3B6-B5AA-30AA-BFBDE2F85586}"/>
              </a:ext>
            </a:extLst>
          </p:cNvPr>
          <p:cNvSpPr/>
          <p:nvPr/>
        </p:nvSpPr>
        <p:spPr>
          <a:xfrm flipV="1">
            <a:off x="2691" y="771654"/>
            <a:ext cx="12194690" cy="6137936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C84E6A8-85BF-C992-1FA1-EC96541347A1}"/>
              </a:ext>
            </a:extLst>
          </p:cNvPr>
          <p:cNvSpPr txBox="1"/>
          <p:nvPr/>
        </p:nvSpPr>
        <p:spPr>
          <a:xfrm>
            <a:off x="945931" y="1528319"/>
            <a:ext cx="605658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3600" dirty="0">
                <a:solidFill>
                  <a:srgbClr val="4F1E50"/>
                </a:solidFill>
                <a:latin typeface="Avenir Next LT Pro"/>
              </a:rPr>
              <a:t>Titular 2</a:t>
            </a:r>
            <a:endParaRPr lang="es-ES" sz="3600" dirty="0"/>
          </a:p>
        </p:txBody>
      </p:sp>
      <p:pic>
        <p:nvPicPr>
          <p:cNvPr id="6" name="Imagen 5" descr="Logotipo&#10;&#10;El contenido generado por IA puede ser incorrecto.">
            <a:extLst>
              <a:ext uri="{FF2B5EF4-FFF2-40B4-BE49-F238E27FC236}">
                <a16:creationId xmlns:a16="http://schemas.microsoft.com/office/drawing/2014/main" id="{7750BB59-3EAD-4B60-7BD0-0F12B62BE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3047" y="5683936"/>
            <a:ext cx="3738786" cy="1030651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FCABD4BF-69D8-259A-902E-7FFF703D1D41}"/>
              </a:ext>
            </a:extLst>
          </p:cNvPr>
          <p:cNvSpPr txBox="1"/>
          <p:nvPr/>
        </p:nvSpPr>
        <p:spPr>
          <a:xfrm>
            <a:off x="945931" y="3720664"/>
            <a:ext cx="6056586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s-ES" dirty="0">
                <a:solidFill>
                  <a:srgbClr val="4F1E50"/>
                </a:solidFill>
                <a:latin typeface="Avenir Next LT Pro"/>
              </a:rPr>
              <a:t>Línea de texto descriptivo</a:t>
            </a:r>
          </a:p>
          <a:p>
            <a:pPr marL="285750" indent="-285750">
              <a:buFont typeface="Arial"/>
              <a:buChar char="•"/>
            </a:pPr>
            <a:r>
              <a:rPr lang="es-ES" dirty="0">
                <a:solidFill>
                  <a:srgbClr val="4F1E50"/>
                </a:solidFill>
                <a:latin typeface="Avenir Next LT Pro"/>
              </a:rPr>
              <a:t>Línea de texto descriptivo</a:t>
            </a:r>
          </a:p>
          <a:p>
            <a:pPr marL="285750" indent="-285750">
              <a:buFont typeface="Arial"/>
              <a:buChar char="•"/>
            </a:pPr>
            <a:r>
              <a:rPr lang="es-ES" dirty="0">
                <a:solidFill>
                  <a:srgbClr val="4F1E50"/>
                </a:solidFill>
                <a:latin typeface="Avenir Next LT Pro"/>
              </a:rPr>
              <a:t>Línea de texto descriptivo</a:t>
            </a:r>
          </a:p>
          <a:p>
            <a:pPr marL="285750" indent="-285750">
              <a:buFont typeface="Arial"/>
              <a:buChar char="•"/>
            </a:pPr>
            <a:r>
              <a:rPr lang="es-ES" dirty="0">
                <a:solidFill>
                  <a:srgbClr val="4F1E50"/>
                </a:solidFill>
                <a:latin typeface="Avenir Next LT Pro"/>
              </a:rPr>
              <a:t>Línea de texto descriptivo</a:t>
            </a:r>
          </a:p>
          <a:p>
            <a:pPr marL="285750" indent="-285750">
              <a:buFont typeface="Arial"/>
              <a:buChar char="•"/>
            </a:pPr>
            <a:r>
              <a:rPr lang="es-ES" dirty="0">
                <a:solidFill>
                  <a:srgbClr val="4F1E50"/>
                </a:solidFill>
                <a:latin typeface="Avenir Next LT Pro"/>
              </a:rPr>
              <a:t>Línea de texto descriptivo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FE29143-0D8D-AB97-BEA8-C161B419603D}"/>
              </a:ext>
            </a:extLst>
          </p:cNvPr>
          <p:cNvSpPr txBox="1"/>
          <p:nvPr/>
        </p:nvSpPr>
        <p:spPr>
          <a:xfrm>
            <a:off x="945931" y="2595467"/>
            <a:ext cx="821439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400" dirty="0">
                <a:solidFill>
                  <a:srgbClr val="4F1E50"/>
                </a:solidFill>
                <a:latin typeface="Avenir Next LT Pro"/>
              </a:rPr>
              <a:t>Texto de introducción o previo a una descripción:</a:t>
            </a:r>
            <a:endParaRPr lang="es-E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F18C97A-4A3C-9E89-CF84-D24D7ECEA65A}"/>
              </a:ext>
            </a:extLst>
          </p:cNvPr>
          <p:cNvSpPr txBox="1"/>
          <p:nvPr/>
        </p:nvSpPr>
        <p:spPr>
          <a:xfrm>
            <a:off x="945931" y="330832"/>
            <a:ext cx="605658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1400" b="1" dirty="0">
                <a:solidFill>
                  <a:srgbClr val="CD346B"/>
                </a:solidFill>
                <a:latin typeface="Avenir Next LT Pro"/>
              </a:rPr>
              <a:t>TÍTULO DE LA PRESENTACIÓN</a:t>
            </a:r>
            <a:endParaRPr lang="es-ES" sz="1400">
              <a:solidFill>
                <a:srgbClr val="CD346B"/>
              </a:solidFill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0C65D14-868E-E131-180E-26917964DE8E}"/>
              </a:ext>
            </a:extLst>
          </p:cNvPr>
          <p:cNvSpPr txBox="1"/>
          <p:nvPr/>
        </p:nvSpPr>
        <p:spPr>
          <a:xfrm>
            <a:off x="6094771" y="3720663"/>
            <a:ext cx="6056586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s-ES" dirty="0">
                <a:solidFill>
                  <a:srgbClr val="4F1E50"/>
                </a:solidFill>
                <a:latin typeface="Avenir Next LT Pro"/>
              </a:rPr>
              <a:t>Línea de texto descriptivo</a:t>
            </a:r>
          </a:p>
          <a:p>
            <a:pPr marL="285750" indent="-285750">
              <a:buFont typeface="Arial"/>
              <a:buChar char="•"/>
            </a:pPr>
            <a:r>
              <a:rPr lang="es-ES" dirty="0">
                <a:solidFill>
                  <a:srgbClr val="4F1E50"/>
                </a:solidFill>
                <a:latin typeface="Avenir Next LT Pro"/>
              </a:rPr>
              <a:t>Línea de texto descriptivo</a:t>
            </a:r>
          </a:p>
          <a:p>
            <a:pPr marL="285750" indent="-285750">
              <a:buFont typeface="Arial"/>
              <a:buChar char="•"/>
            </a:pPr>
            <a:r>
              <a:rPr lang="es-ES" dirty="0">
                <a:solidFill>
                  <a:srgbClr val="4F1E50"/>
                </a:solidFill>
                <a:latin typeface="Avenir Next LT Pro"/>
              </a:rPr>
              <a:t>Línea de texto descriptivo</a:t>
            </a:r>
          </a:p>
          <a:p>
            <a:pPr marL="285750" indent="-285750">
              <a:buFont typeface="Arial"/>
              <a:buChar char="•"/>
            </a:pPr>
            <a:r>
              <a:rPr lang="es-ES" dirty="0">
                <a:solidFill>
                  <a:srgbClr val="4F1E50"/>
                </a:solidFill>
                <a:latin typeface="Avenir Next LT Pro"/>
              </a:rPr>
              <a:t>Línea de texto descriptivo</a:t>
            </a:r>
          </a:p>
          <a:p>
            <a:pPr marL="285750" indent="-285750">
              <a:buFont typeface="Arial"/>
              <a:buChar char="•"/>
            </a:pPr>
            <a:r>
              <a:rPr lang="es-ES" dirty="0">
                <a:solidFill>
                  <a:srgbClr val="4F1E50"/>
                </a:solidFill>
                <a:latin typeface="Avenir Next LT Pro"/>
              </a:rPr>
              <a:t>Línea de texto descriptivo</a:t>
            </a:r>
          </a:p>
        </p:txBody>
      </p:sp>
    </p:spTree>
    <p:extLst>
      <p:ext uri="{BB962C8B-B14F-4D97-AF65-F5344CB8AC3E}">
        <p14:creationId xmlns:p14="http://schemas.microsoft.com/office/powerpoint/2010/main" val="14841539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Tema de Office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121</cp:revision>
  <dcterms:created xsi:type="dcterms:W3CDTF">2025-06-04T10:45:41Z</dcterms:created>
  <dcterms:modified xsi:type="dcterms:W3CDTF">2025-06-05T10:03:22Z</dcterms:modified>
</cp:coreProperties>
</file>